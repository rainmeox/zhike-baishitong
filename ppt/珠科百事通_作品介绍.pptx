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252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8636" y="822960"/>
            <a:ext cx="2011680" cy="2011680"/>
          </a:xfrm>
          <a:prstGeom prst="ellipse">
            <a:avLst/>
          </a:prstGeom>
          <a:solidFill>
            <a:srgbClr val="9E2438"/>
          </a:solidFill>
          <a:ln w="25400">
            <a:solidFill>
              <a:srgbClr val="F6C3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88636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珠科百事通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校务生活 RAG 智能问答平台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6C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一句话问 · 3 秒答 · 答案必带官方出处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RAGGO 队 ｜ 方向 05：RAG 知识库问答 ｜ 珠海科技学院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万在校生，校务信息散落在 4 个官网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万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724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在校生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337560" y="2011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724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部门官网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254 篇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26480" y="2724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官方通知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15400" y="2011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15400" y="2724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高频场景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选课规则、报修电话、校巴时刻、奖助政策、考试报名、学籍事务……学生想查一件事，往往要在教务处、后勤处、招生办、图书馆多个官网间反复翻找，信息分散、时效难辨、真假难分。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一句话问，3 秒答，答案必带官方出处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395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提问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自然语言输入校务问题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2395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检索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双路召回 254 篇官方通知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03920" y="2331720"/>
            <a:ext cx="640080" cy="64008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039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81160" y="2395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生成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大模型生成带出处回答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RAG（检索增强生成），回答直接引用官方通知原文，杜绝大模型「一本正经胡说八道」。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四端一体的校务问答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门户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首页概览、智能问答、通知速览、关于，珠科红官网风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对话式提问，打字机回复，来源引用卡片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通知速览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7091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254 篇通知，部门/栏目筛选，时效状态标签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922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7091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学生端搜索提问，随时随地问校务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 RAG 检索链路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→ 检索层 → 生成层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B735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463040" cy="109728"/>
          </a:xfrm>
          <a:prstGeom prst="rect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84832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B735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084832" y="2377440"/>
            <a:ext cx="1463040" cy="109728"/>
          </a:xfrm>
          <a:prstGeom prst="rect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84832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清洗入库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12464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A2E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712464" y="2377440"/>
            <a:ext cx="1463040" cy="109728"/>
          </a:xfrm>
          <a:prstGeom prst="rect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712464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4064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40096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A2E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40096" y="2377440"/>
            <a:ext cx="1463040" cy="109728"/>
          </a:xfrm>
          <a:prstGeom prst="rect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340096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11696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67728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A2E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67728" y="2377440"/>
            <a:ext cx="1463040" cy="109728"/>
          </a:xfrm>
          <a:prstGeom prst="rect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967728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39328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95360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A2E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95360" y="2377440"/>
            <a:ext cx="1463040" cy="109728"/>
          </a:xfrm>
          <a:prstGeom prst="rect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95360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时效降权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6696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222992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6C3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222992" y="2377440"/>
            <a:ext cx="1463040" cy="109728"/>
          </a:xfrm>
          <a:prstGeom prst="rect">
            <a:avLst/>
          </a:prstGeom>
          <a:solidFill>
            <a:srgbClr val="F6C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222992" y="2697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17520" y="4389120"/>
            <a:ext cx="274320" cy="27432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429000" y="4315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94960" y="4389120"/>
            <a:ext cx="274320" cy="27432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806440" y="4315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772400" y="4389120"/>
            <a:ext cx="274320" cy="274320"/>
          </a:xfrm>
          <a:prstGeom prst="ellipse">
            <a:avLst/>
          </a:prstGeom>
          <a:solidFill>
            <a:srgbClr val="F6C3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183880" y="4315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关键词 + bge-m3 语义向量双路召回，RRF 融合后 bge-reranker 精排，时效降权让过时通知下沉，最终由华为云 MaaS 大模型生成带出处回答。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五个差异化亮点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254 篇官方通知，爬虫直采教务处/后勤处/招生办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双路混合检索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关键词 + bge-m3 语义向量，RRF 融合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时效降权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过时通知自动下沉，优先返回当前有效信息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答案必带出处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4572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每条回答附来源链接，可一键查看官方原文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502920" cy="50292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486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评测驱动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5486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问真实学生评测集，Hit Rate 87%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问评测：Hit Rate 87%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87.1%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Rate 命中率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383280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38328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MRR 平均倒数排名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1792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拒答成功率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052560" y="2377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735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05256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收录官方通知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基于内部 100 问真实学生评测集，Hit Rate = 答案来源命中期望文档的比例。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华为云码道 CodeArts 全流程驱动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环境搭建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依赖安装、建库、服务启动脚本生成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92240" y="2286000"/>
            <a:ext cx="548640" cy="54864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6517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爬虫、检索、FastAPI 接口、前端门户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调试排错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4805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检索排序、拒答判定、引用校验排错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B735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2376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4805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方案书、分工书、README、评测报告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码道贯穿开发全流程，Prompt 设计、代码生成、重构、排错均有完整记录，随作品提交 codearts_proof 证明材料。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团队与技术栈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188720" cy="118872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ZY（队长）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2468880"/>
            <a:ext cx="1188720" cy="118872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194560" y="24688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6596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2468880"/>
            <a:ext cx="1188720" cy="1188720"/>
          </a:xfrm>
          <a:prstGeom prst="ellipse">
            <a:avLst/>
          </a:prstGeom>
          <a:solidFill>
            <a:srgbClr val="DA2E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840480" y="24688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HJQ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HJQ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2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2468880"/>
            <a:ext cx="173736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468880"/>
            <a:ext cx="173736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95528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75520" y="2468880"/>
            <a:ext cx="173736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87552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FTS5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3474720"/>
            <a:ext cx="173736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035040" y="3474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0" y="3474720"/>
            <a:ext cx="173736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955280" y="3474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bge-reranker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75520" y="3474720"/>
            <a:ext cx="173736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FE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875520" y="3474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华为云 MaaS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E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珠科百事通 · 校务生活 RAG 智能问答平台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7706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C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GitCode：https://gitcode.com/ZSIOM/zhike-baishitong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宽屏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Jim Zhao</cp:lastModifiedBy>
  <cp:revision>2</cp:revision>
  <dcterms:created xsi:type="dcterms:W3CDTF">2026-10-22T15:14:13Z</dcterms:created>
  <dcterms:modified xsi:type="dcterms:W3CDTF">2026-10-22T15:28:43Z</dcterms:modified>
</cp:coreProperties>
</file>